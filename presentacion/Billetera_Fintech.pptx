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4572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65836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Billetera Fintech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A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gestion de billeteras digitales y analitica de transacciones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0" y="3063240"/>
            <a:ext cx="18288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- Estructuras de Datos 2026-1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Suaza   | 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Byron Prieto   |  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 Herrera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exposicion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234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 del problema y objetivo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23760" y="1234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stack tecnologico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1783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331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clasicas: Hash, Lista, Pila, Cola de prioridad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2331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Byron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avanzadas: Arbol, Cola FIFO, Grafo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2880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429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derivados: analitica y deteccion de fraude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977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 y conclusiones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Equipo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necesita una plataforma fintech moderna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3908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volumen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554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transacciones por usuario, consultas instantaneas y reportes en linea.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" y="230520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complejas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2468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Recargas, retiros, transferencias internas y externas, programaciones, reversiones.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1089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321960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Analitica y deteccion de patrones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3383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uso, top usuarios, top transacciones por valor, deteccion de fraude.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EAF4FA"/>
          </a:solidFill>
          <a:ln w="12700">
            <a:solidFill>
              <a:srgbClr val="9AC8D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tecnicamente como la eleccion correcta de cada estructura de datos resuelve un problema del dominio fintech.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Tomas Suaza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Modulos implementados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974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264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y billeteras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Multi-billetera por usuario con 5 categorias.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46120" y="1188720"/>
            <a:ext cx="26974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325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4264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financieras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83280" y="1783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Recarga, retiro, transferencia interna y externa.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26480" y="1188720"/>
            <a:ext cx="26974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63640" y="13258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4264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Reversion de operaciones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63640" y="17830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Deshacer ultima con pila por usuario.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65760" y="2350008"/>
            <a:ext cx="26974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2920" y="24871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58775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programadas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02920" y="2944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prioridad por fecha de ejecucion.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246120" y="2350008"/>
            <a:ext cx="26974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83280" y="24871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58775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31920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y niveles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3383280" y="2944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TreeMap con consultas por rango.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126480" y="2350008"/>
            <a:ext cx="26974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63640" y="24871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587752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12280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Notificaciones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263640" y="29443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FIFO por usuario, eventos del sistema.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65760" y="3511296"/>
            <a:ext cx="26974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02920" y="36484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3749040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51560" y="3648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transferencias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02920" y="41056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dirigido y ponderado entre usuarios.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3246120" y="3511296"/>
            <a:ext cx="26974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3383280" y="36484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3864" y="3749040"/>
            <a:ext cx="256032" cy="25603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931920" y="3648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Analitica de movimientos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3383280" y="41056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Tops, frecuencias, distribuciones.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6126480" y="3511296"/>
            <a:ext cx="26974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6263640" y="364845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224" y="3749040"/>
            <a:ext cx="256032" cy="25603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812280" y="3648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Deteccion de fraude</a:t>
            </a: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6263640" y="41056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con ventana temporal sobre historial.</a:t>
            </a:r>
            <a:endParaRPr lang="en-US" sz="950" dirty="0"/>
          </a:p>
        </p:txBody>
      </p:sp>
      <p:sp>
        <p:nvSpPr>
          <p:cNvPr id="48" name="Text 37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Tomas Suaza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por capas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234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457200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Java 17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45720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 de negocio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4572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566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en memoria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1874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6517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4290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2651760" cy="2971800"/>
          </a:xfrm>
          <a:prstGeom prst="rect">
            <a:avLst/>
          </a:prstGeom>
          <a:solidFill>
            <a:srgbClr val="EAF4FA"/>
          </a:solidFill>
          <a:ln w="12700">
            <a:solidFill>
              <a:srgbClr val="9AC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tecnico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6916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+ Spring Boot 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8081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5173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memoria,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puras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Tomas Suaza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estructuras de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estructura distinta por cada modulo, todas justificadas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 clave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Repositorios por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 de transacciones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LinkedList addFirst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Reversion (deshacer)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ArrayDeque (Pila)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 programadas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de fidelizacion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 + 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LinkedList FIFO (Cola)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de transferencias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 (lista adyacencia)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O(V+E)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transacciones por 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TreeSet ordenado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Tomas Suaza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 - repositorios principales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id en O(1) promedio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716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UsuarioRepository.java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UsuarioRepository 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final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Usuario&gt; usuarios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HashMap&lt;&gt;();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Optional&lt;Usuario&gt;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buscarPorId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id) 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Optional.ofNullable(usuarios.get(id));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280160"/>
            <a:ext cx="30175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aqui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por id es la operacion mas frecuente del sistema.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2331720"/>
            <a:ext cx="30175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Alternativas descartadas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ArrayList: O(n) por id. TreeMap: O(log n) pero no necesitamos orden.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0" y="3383280"/>
            <a:ext cx="3017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put / remove: O(1) promedio. listar: O(n).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Byron Prieto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LinkedList - historial de transacciones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addFirst para mantener orden cronologico inverso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716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TransaccionRepository.guardar(...)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historialPorBilletera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computeIfAbsent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(idBilletera,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 -&gt;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LinkedList&lt;&gt;())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addFirst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(t.getId());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ArrayList.add(0, x) seria O(n)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LinkedList.addFirst() es O(1)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280160"/>
            <a:ext cx="3017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LinkedList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transacciones se insertan SIEMPRE al inicio del historial. addFirst en LinkedList es O(1).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2423160"/>
            <a:ext cx="3017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de diseño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Guardamos solo los IDs en la lista, no objetos completos. El HashMap principal resuelve la transaccion.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0" y="356616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guardar: O(1). historialBilletera: O(k).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Byron Prieto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ArrayDeque como Pila - reversion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para deshacer la ultima operacion del usuario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716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ReversionRepository.java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Deque&lt;Transaccion&gt;&gt;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pilasPorUsuario =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HashMap&lt;&gt;();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apilar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idUsuario, Transaccion t) 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pilasPorUsuario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computeIfAbsent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(idUsuario, k -&gt;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ArrayDeque&lt;&gt;())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280160"/>
            <a:ext cx="3017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ArrayDeque y no Stack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hereda de Vector con overhead de sincronizacion. La doc oficial de Java recomienda ArrayDeque.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2423160"/>
            <a:ext cx="3017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Marcado en vez de pop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revertir, marcamos como REVERTIDA y la siguiente operacion la salta. Permite reversiones repetidas.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0" y="356616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pop / peek: O(1).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Byron Prieto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PriorityQueue - operaciones programadas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binario ordenado por fecha de ejecucion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716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ProgramacionRepository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PriorityQueue&lt;OperacionProgramada&gt;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cola =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PriorityQueue&lt;&gt;();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OperacionProgramada implements Comparable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compareTo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(OperacionProgramada otra) 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this.fechaEjecucion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compareTo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(otra.fechaEjecucion);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280160"/>
            <a:ext cx="3017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aqui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programo algo para manana y luego para hoy, la segunda debe ejecutarse primero. El heap garantiza ese orden.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2423160"/>
            <a:ext cx="3017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Truco al listar todas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2926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solo garantiza orden en la cabeza. Para listar todas: copia + Collections.sort.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0" y="356616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4069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 O(log n). peek: O(1). poll: O(log n).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Byron Prieto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TreeMap - ranking de fidelizacion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Arbol rojo-negro para consultas por rango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32918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716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FidelizacionRepository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TreeMap&lt;Integer, Set&lt;String&gt;&gt;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ranking =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TreeMap&lt;&gt;();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'Usuarios entre min y max puntos'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Set&lt;String&gt;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usuariosEnRango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min, int max) 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subMap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(min, true, max, true)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.values().stream()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.flatMap(Set::stream).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280160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TreeMap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no preserva orden: filtrar por rango seria O(n). subMap salta al rango exacto.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2514600"/>
            <a:ext cx="3017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Integer -&gt; 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usuarios pueden empatar en puntos. La clave es el puntaje, el valor es el conjunto de IDs.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0" y="3611880"/>
            <a:ext cx="3017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4114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actualizar: O(log n). rango: O(log n + k).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Andres Herrera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LinkedList como Cola FIFO - notificaciones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Buzon por usuario con offer y poll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329184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716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NotificacionRepository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LinkedList&lt;Notificacion&gt;&gt;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buzones =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HashMap&lt;&gt;();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Notificacion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encolar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(Notificacion n) {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buzones.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computeIfAbsent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(n.getIdUsuario(),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 -&gt;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LinkedList&lt;&gt;())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offer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280160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 vs LIFO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clase Java. Aqui offer al final + poll del inicio. Las mas antiguas se procesan primero.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0" y="2514600"/>
            <a:ext cx="30175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del sistema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3017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Bienvenida, saldo bajo, ascenso de nivel, operacion rechazada, programadas, fraude detectado.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0" y="3703320"/>
            <a:ext cx="3017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4206240"/>
            <a:ext cx="2651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/ poll / peek: O(1).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Andres Herrera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dirigido y ponderado - red de transferencias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adyacencia con doble HashMap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0" cy="27432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716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37160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0200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GrafoTransferenciasRepository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Map&lt;String, Arista&gt;&gt;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adyacencia =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HashMap&lt;&gt;();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Operaciones implementadas: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- BFS por nivel (amigos de amigos)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- Camino mas corto con BFS + padres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- Deteccion de ciclos (DFS 3 colores)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- Rutas frecuentes (orden por peso)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ciclo detectado: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1188720" cy="365760"/>
          </a:xfrm>
          <a:prstGeom prst="ellipse">
            <a:avLst/>
          </a:prstGeom>
          <a:solidFill>
            <a:srgbClr val="EAF4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389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4389120"/>
            <a:ext cx="1188720" cy="365760"/>
          </a:xfrm>
          <a:prstGeom prst="ellipse">
            <a:avLst/>
          </a:prstGeom>
          <a:solidFill>
            <a:srgbClr val="EAF4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4389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Gayron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4389120"/>
            <a:ext cx="1188720" cy="365760"/>
          </a:xfrm>
          <a:prstGeom prst="ellipse">
            <a:avLst/>
          </a:prstGeom>
          <a:solidFill>
            <a:srgbClr val="EAF4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4389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Susanita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4389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4389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Susanita → Andres (cierra el ciclo)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280160"/>
            <a:ext cx="3017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5216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lista de adyacencia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17830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esparso: matriz seria O(V^2) casi vacia. Lista usa O(V+E).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0" y="2331720"/>
            <a:ext cx="3017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Doble HashMap interno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5216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ya-existe-arista en O(1) al acumular peso (en List&lt;Arista&gt; seria O(grado)).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0" y="3383280"/>
            <a:ext cx="3017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5216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DFS / ciclos: O(V+E). Rutas frecuentes: O(E log E).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Andres Herrera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Modulos derivados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Analitica y deteccion de fraude reusan las estructuras anteriores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4365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Analitica de movimientos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usuarios activos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billeteras mas usadas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por tipo de transaccion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movilizado por rango de fechas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transacciones por valor (TreeSet ordenado)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F172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962" y="14365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Deteccion de fraude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46320" y="196596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Rafaga: 4+ transferencias en 5 min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destino repetido en 10 min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5x mayor al promedio del usuario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Fragmentacion entre billeteras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deteccion encola FRAUDE_DETECTADO en la cola FIFO del usuario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Andres Herrera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Mapa: estructura -&gt; repositorio que la usa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84048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46120" y="11887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1188720"/>
            <a:ext cx="5029200" cy="384048"/>
          </a:xfrm>
          <a:prstGeom prst="rect">
            <a:avLst/>
          </a:prstGeom>
          <a:solidFill>
            <a:srgbClr val="EAF4FA"/>
          </a:solidFill>
          <a:ln w="9525">
            <a:solidFill>
              <a:srgbClr val="9AC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1887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Billetera, Transaccion, Notificacion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743200" cy="384048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45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LinkedList (LIFO)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0" y="1645920"/>
            <a:ext cx="5029200" cy="384048"/>
          </a:xfrm>
          <a:prstGeom prst="rect">
            <a:avLst/>
          </a:prstGeom>
          <a:solidFill>
            <a:srgbClr val="EAF4FA"/>
          </a:solidFill>
          <a:ln w="9525">
            <a:solidFill>
              <a:srgbClr val="9AC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645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transacciones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2743200" cy="384048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03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LinkedList (FIFO)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103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0" y="2103120"/>
            <a:ext cx="5029200" cy="384048"/>
          </a:xfrm>
          <a:prstGeom prst="rect">
            <a:avLst/>
          </a:prstGeom>
          <a:solidFill>
            <a:srgbClr val="EAF4FA"/>
          </a:solidFill>
          <a:ln w="9525">
            <a:solidFill>
              <a:srgbClr val="9AC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103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Buzon de notificaciones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2743200" cy="384048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60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ArrayDeque (Pila)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25603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0" y="2560320"/>
            <a:ext cx="5029200" cy="384048"/>
          </a:xfrm>
          <a:prstGeom prst="rect">
            <a:avLst/>
          </a:prstGeom>
          <a:solidFill>
            <a:srgbClr val="EAF4FA"/>
          </a:solidFill>
          <a:ln w="9525">
            <a:solidFill>
              <a:srgbClr val="9AC8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5603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Reversion por usuario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2743200" cy="384048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PriorityQueue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30175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0" y="3017520"/>
            <a:ext cx="5029200" cy="384048"/>
          </a:xfrm>
          <a:prstGeom prst="rect">
            <a:avLst/>
          </a:prstGeom>
          <a:solidFill>
            <a:srgbClr val="EAF4FA"/>
          </a:solidFill>
          <a:ln w="9525">
            <a:solidFill>
              <a:srgbClr val="9AC8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30175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programadas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2743200" cy="384048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474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TreeMap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34747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57600" y="3474720"/>
            <a:ext cx="5029200" cy="384048"/>
          </a:xfrm>
          <a:prstGeom prst="rect">
            <a:avLst/>
          </a:prstGeom>
          <a:solidFill>
            <a:srgbClr val="EAF4FA"/>
          </a:solidFill>
          <a:ln w="9525">
            <a:solidFill>
              <a:srgbClr val="9AC8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4747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fidelizacion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2743200" cy="384048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931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46120" y="3931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57600" y="3931920"/>
            <a:ext cx="5029200" cy="384048"/>
          </a:xfrm>
          <a:prstGeom prst="rect">
            <a:avLst/>
          </a:prstGeom>
          <a:solidFill>
            <a:srgbClr val="EAF4FA"/>
          </a:solidFill>
          <a:ln w="9525">
            <a:solidFill>
              <a:srgbClr val="9AC8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3931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transacciones por valor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389120"/>
            <a:ext cx="2743200" cy="384048"/>
          </a:xfrm>
          <a:prstGeom prst="rect">
            <a:avLst/>
          </a:prstGeom>
          <a:solidFill>
            <a:srgbClr val="0B1A33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389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(adyacencia)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46120" y="43891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57600" y="4389120"/>
            <a:ext cx="5029200" cy="384048"/>
          </a:xfrm>
          <a:prstGeom prst="rect">
            <a:avLst/>
          </a:prstGeom>
          <a:solidFill>
            <a:srgbClr val="EAF4FA"/>
          </a:solidFill>
          <a:ln w="9525">
            <a:solidFill>
              <a:srgbClr val="9AC8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94760" y="4389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transferencias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Equipo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en vivo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sugerido para mostrar todos los modulos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usuarios y billeteras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361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Andres, Gayron y Susanita (precargados por DataInitializer).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1234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Recargar y transferir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153619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cambios de saldo y notificaciones automaticas.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Reversion de operacion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4048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 'Deshacer ultima' usa la pila por usuario.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1031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Ejecutar programadas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40487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 y futura, el heap procesa la mas antigua.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9718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Ranking y filtro por rango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2735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responde subMap(min, max).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29718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transferencias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27355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aristas, BFS amigos de amigos, ciclo detectado.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3840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Analitica y Auditoria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1422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usuarios, top valor, eventos de fraude.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3840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Notificaciones y despachar FIFO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41422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Drenar el buzon en orden de llegada.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Equipo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del enunciado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requisitos cubiertos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del 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Cubierto 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A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Usuarios y billeteras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UsuarioService, BilleteraService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Operaciones financieras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TransaccionService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Operaciones programadas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ProgramacionService + PriorityQueue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Recompensas (puntos)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PoliticaPuntos + Usuario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 Niveles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NivelUsuario + ascenso automatico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 Reversion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ReversionService + ArrayDeque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Alertas y notificaciones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NotificacionService + LinkedList FIFO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 Analitica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AnaliticaService + TreeSet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 Deteccion de comportamiento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FraudeService + ventanas temporales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 Grafos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GrafoService + lista de adyacencia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Entregables (informe, diagrama)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docs/INFORME_TECNICO.md, DIAGRAMA_CLASES.md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4800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Expone: Equipo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A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828800" cy="1005840"/>
          </a:xfrm>
          <a:prstGeom prst="rect">
            <a:avLst/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3291840"/>
            <a:ext cx="1828800" cy="1005840"/>
          </a:xfrm>
          <a:prstGeom prst="rect">
            <a:avLst/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291840"/>
            <a:ext cx="1828800" cy="1005840"/>
          </a:xfrm>
          <a:prstGeom prst="rect">
            <a:avLst/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3291840"/>
            <a:ext cx="1828800" cy="1005840"/>
          </a:xfrm>
          <a:prstGeom prst="rect">
            <a:avLst/>
          </a:prstGeom>
          <a:solidFill>
            <a:srgbClr val="065A82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C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github.com/tomassuaza/billetera-fintech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Billetera Fintech - Estructuras de Datos 2026-1</dc:title>
  <dc:subject>PptxGenJS Presentation</dc:subject>
  <dc:creator>Tomas Suaza, Byron Prieto, Andres Herrera</dc:creator>
  <cp:lastModifiedBy>Tomas Suaza, Byron Prieto, Andres Herrera</cp:lastModifiedBy>
  <cp:revision>1</cp:revision>
  <dcterms:created xsi:type="dcterms:W3CDTF">2026-05-26T19:53:12Z</dcterms:created>
  <dcterms:modified xsi:type="dcterms:W3CDTF">2026-05-26T19:53:12Z</dcterms:modified>
</cp:coreProperties>
</file>